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858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Detecting Fraudulent Card Transactions</a:t>
            </a:r>
          </a:p>
          <a:p>
            <a:r>
              <a:rPr sz="1900">
                <a:solidFill>
                  <a:srgbClr val="C8D4E8"/>
                </a:solidFill>
                <a:latin typeface="Calibri"/>
              </a:rPr>
              <a:t>An end-to-end machine learning lifecycle, from framing to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4E52"/>
                </a:solidFill>
                <a:latin typeface="Calibri"/>
              </a:rPr>
              <a:t>TECHNICAL DECK  |  For data scientists and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Allen Mendiola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Pillar 5 Capstone  |  Finance Domain  |  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The problem and why it is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Binary classification on 1,048,575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Goal: decide whether a card payment is fraudulent, at the moment it is attempted.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Supervised binary classification. Target: is_fraud.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Only 6,006 of 1,048,575 transactions are fraud - 0.573% of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9584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One fraud for roughly every 172 genuine payments.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This rarity drives every decision that follows.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Accuracy becomes useless - predicting 'genuine' always scores 99.45%.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303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PR-AUC and recall are the honest metrics 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Headline metric: PR-AUC. Random baseline is 0.0055, so there is a long way to climb.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The data, and two problems found in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Sparkov simulated transactions, 2019-01-01 to 2020-03-10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Chosen because it keeps gender, date of birth, job and city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9572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The better-known ULB dataset is anonymised to V1-V28, which would make both SHAP and the fairness audit meaningless.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Problem 1: the file has exactly 1,048,575 rows - Excel's row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9584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Roughly 248,000 transactions were lost before publication.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Problem 2: birth dates used 2-digit years, so '1/19/62' was read as 2062.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63440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358,189 rows (34.2%) produced customers born in the future, with NEGATIVE 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303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Caught only because a cluster reported an average age of minus 41.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The age bug would have silently corrupted the age fairness audit while appearing to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13 engineered features from 22 raw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amt_vs_card_avg - payment size against what that card normally spends.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distance_km - haversine distance from the customer's home to the shop.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is_night, hour - fraud rate at night is 1.84% against 0.12% by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958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age - computed from date of birth, after the century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6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Leakage control: card averages and merchant frequencies are fitted on TRAIN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Split is chronological, not random - train on the past, test on the future.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Dropped: name, street, card number, postcode (privacy) and gender, job (protected).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A random split would let the model learn from the future. The split is by date for that 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What the data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The strongest single pattern is the time of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3_fraud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486400" cy="2743200"/>
          </a:xfrm>
          <a:prstGeom prst="rect">
            <a:avLst/>
          </a:prstGeom>
        </p:spPr>
      </p:pic>
      <p:pic>
        <p:nvPicPr>
          <p:cNvPr id="6" name="Picture 5" descr="fig02_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5394960" cy="299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Fraud is 16x more likely at night, and averages $526 against $68 for genuine payments.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Seven 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All measured on the held-out later time period - and the top scorer is not the one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360045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Neural Network (MLP)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0.8811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0.8032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0.9944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0.8613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0.5612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0.5402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0.8384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0.9947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0.8307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0.1567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Support Vector Machine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0.2623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0.8044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0.3956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0.9618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0.5087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0.0497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0.0941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Isolation Forest (unsupervised)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0.3195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0.4314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0.3671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0.9297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0.2212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7548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ROC-AUC flatters everything here; PR-AUC separates the models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Highest PR-AUC: Neural Network (MLP) (0.8613).  Deployed: Random Forest (0.8605).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That 0.0008 gap is noise. Tie broken on explainability - SHAP is exact on trees.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A bank that cannot explain a declined payment cannot deploy the model, whatever its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A result that contradicts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Class weights and SMOTE both LOWERED PR-AUC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6583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Do nothing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0.2568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0.8424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0.4016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Class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0.8952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0.0452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0.2427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SMOTE oversampling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0.8934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0.0437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222"/>
                          </a:solidFill>
                          <a:latin typeface="Calibri"/>
                        </a:rPr>
                        <a:t>0.2391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9319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•  Recall leaps from 0.26 to 0.90, exactly as advertised.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988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•  But PR-AUC falls, because ranking quality did not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6577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•  These methods move the decision boundary; they do not make the model wiser.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3270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•  PR-AUC looks across all thresholds, so it sees through the trade.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Better approach: train on the real distribution, then tune the threshold deliberately.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Choosing the threshold with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0.5 is a convention - and the 'best' answer moves with what we assume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3_cos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94960" cy="299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828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Each alert costs $5 of analyst time; each FALSE alert costs a further $45 in goodwill.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042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Best threshold: 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779776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1,798 alerts, 56% of them real 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255264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1,009 of 1,145 frauds caught (88.1%)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730752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Net benefit $554,950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As the assumed goodwill cost rises $0 to $250, the best threshold moves 0.25 to 0.75.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8172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An earlier version searched from 0.05 and 'won' at 0.05 - the range was too narrow.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This is a business judgement wearing a mathematical costume. Say so out loud.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Explaining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SHAP, LIME, permutation importance and mutual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4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26434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9202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Top features by SHAP: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59" y="23774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amt_log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9" y="28346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amt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9" y="32918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is_night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3749039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amt_vs_card_avg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42062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All behavioural - what was done, not who did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PCA needs 21 of 27 components for 95% of the variance...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557784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...but PCA is rejected for the final model: it destroys the explanations.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'40x this card's normal spend, at 2am' is actionable. 'Component 3 was high' is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Fairness audit, and what fixing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Gender and job were withheld from the model. Was that enough?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2_mitigatio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5577840" cy="3067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Gender disparate impact 0.836 (passes); age 0.726 and city size 0.605 both FAIL the 80%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Worst served: Rural customers, only 85.7% of their fraud caught.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743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Protected traits leave fingerprints on category, city size and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2004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Fix: a separate threshold per age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gap 4.5 -&gt; 0.1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1148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19 more frauds caught...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5720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–  ...but 313 more false alarms to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029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Also considered: reweighting, augmentation, post-processing.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Removing a sensitive column removes your ability to SEE its effect, not the effect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Finding fraud without any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Because in a real bank the labels arrive weeks 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7_cluster_fraud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577840" cy="309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K-Means: best k = 10 (silhouette 0.179)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441448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Riskiest cluster has a 17.5% fraud rate - 26x the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96265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DBSCAN: 1,190 noise points (6.0%)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483863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Noise is 51x more likely to be fraud than grouped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0050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Hierarchical silhouette 0.125, agrees with K-Means but far slower.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'Does not look like anything else' is a powerful fraud signal on its 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Limitations and 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The data is SIMULATED. Real fraud adapts; these numbers will not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Source file truncated at Excel's row limit, losing ~248,000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No race or ethnicity field exists, so that fairness dimension is untested.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City size is a weak stand-in for socioeconomic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Next: model each card as a SEQUENCE and apply an LSTM - the formulation that would genuinely justify deep learning, unlike the flat table used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2627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Next: velocity features (payments per hour/day/week), the biggest missing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1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Next: adversarial testing against a fraudster who knows the model exists.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Methodology transfers. The specific numbers do not. Validate on real data before trusting any of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Fraudulent Card Transactions - Technical</dc:title>
  <dc:subject/>
  <dc:creator>Allen Mendiola</dc:creator>
  <cp:keywords/>
  <dc:description>generated using python-pptx</dc:description>
  <cp:lastModifiedBy>Allen Mendiola</cp:lastModifiedBy>
  <cp:revision>1</cp:revision>
  <dcterms:created xsi:type="dcterms:W3CDTF">2013-01-27T09:14:16Z</dcterms:created>
  <dcterms:modified xsi:type="dcterms:W3CDTF">2013-01-27T09:15:58Z</dcterms:modified>
  <cp:category/>
</cp:coreProperties>
</file>