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858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Stopping Card Fraud Before It Costs Us</a:t>
            </a:r>
          </a:p>
          <a:p>
            <a:r>
              <a:rPr sz="1900">
                <a:solidFill>
                  <a:srgbClr val="C8D4E8"/>
                </a:solidFill>
                <a:latin typeface="Calibri"/>
              </a:rPr>
              <a:t>What we can catch, what it saves, and what we must decide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44E52"/>
                </a:solidFill>
                <a:latin typeface="Calibri"/>
              </a:rPr>
              <a:t>BUSINESS DECK  |  For executives and risk owners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3864"/>
                </a:solidFill>
                <a:latin typeface="Calibri"/>
              </a:rPr>
              <a:t>Allen Mendiola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Pillar 5 Capstone  |  Finance Domain  |  21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The problem in plain terms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When a stolen card is used, we refund the customer and absorb the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Fraud is rare - about 5.7 in every 1,000 payments - which makes it hard to spot.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But we cannot simply block anything suspicious: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529584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every block costs staff time to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96512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and a wrongly blocked customer is a customer standing at a till, embarrassed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So this is a balancing act, not a detection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303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In the period we tested, fraud was worth $3,186,624.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The question is not 'can we catch fraud'. It is 'how much are we willing to pay to catch it'.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What the system delivers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Measured on transactions it had never seen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011680"/>
            <a:ext cx="2651760" cy="1600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88%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of fraud caught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2011680"/>
            <a:ext cx="2651760" cy="1600200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56%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of alerts are real fraud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2011680"/>
            <a:ext cx="2651760" cy="1600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$554,950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net benefit in the period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0" y="2011680"/>
            <a:ext cx="2194560" cy="1600200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1,798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alerts to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233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Out of 1,145 frauds, the system caught 1,009 and missed 136.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902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Fraud value blocked: $599,445. Cost of reviews and customer goodwill: $44,495.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Roughly $13 of value protected for every $1 spent running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There is a dial, and someone must set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Catch more fraud, or annoy fewer customers. Not both.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3_cost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828800"/>
            <a:ext cx="5852160" cy="325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201168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Turn the dial one way: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523744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catch nearly all fraud, but block far more innocent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03580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Turn it the other way: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3547872"/>
            <a:ext cx="3977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–  almost every alert is genuine, but more fraud slips 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05993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Where it should sit depends on what we think a wrongly blocked customer costs 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•  That is a judgement for this room, not for the data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Our recommendation assumes a wrongly blocked customer costs $45. Challenge that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Two ways to run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2011680"/>
          <a:ext cx="99669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/>
                <a:gridCol w="3322320"/>
                <a:gridCol w="3322320"/>
              </a:tblGrid>
              <a:tr h="420624">
                <a:tc>
                  <a:txBody>
                    <a:bodyPr/>
                    <a:lstStyle/>
                    <a:p/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Maximum value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Within current team capacity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Alerts to review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1,798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1,132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Fraud caught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1,009 (88%)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891 (78%)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Alerts that are real fraud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Net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$554,950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  <a:latin typeface="Calibri"/>
                        </a:rPr>
                        <a:t>$529,875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4805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The capacity option catches less fraud but needs no extra headcount.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4748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The difference between them is a staffing decision, not a technical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Both options are profitable. Choose based on how many reviewers we are willing to fund.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A risk we must not discover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The system does not protect every customer group equally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We deliberately never told the model anyone's gender or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That is necessary, but it turns out not to be sufficient - the model infers them indirectly from spending patterns. What we measured: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62656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F customers have 86% of their fraud caught, against 91% for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529584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Rural customers are the worst protected of all, at 86%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096512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on the standard 80% legal test, city size scores 0.60 and age 0.73 - both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634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We can close most of the age gap, at the cost of 313 extra reviews.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Regulators increasingly ask for exactly this evidence. We have it, before being asked.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What could go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These results come from SIMULATED data. Real performance will be lower.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9572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Nothing should go live before a shadow run against real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Fraud adapts. A model trained on last year decays - budget for monthly retraining.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958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Alerts must go to people, not straight to automatic blocking.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6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Customers need a route to challenge a block and have it reversed.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Watch for the feedback loop: flagging one group more creates more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30368"/>
            <a:ext cx="10378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–  against that group, which teaches the next model to flag them even harder.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89788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Monitor fairness alongside accuracy from day one, not after the first complaint.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Calibri"/>
              </a:rPr>
              <a:t>What we are asking you to decide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36192"/>
            <a:ext cx="11155680" cy="32004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1.  Approve a shadow run against real transactions, scoring but not blocking.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9572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2.  Set the dial: confirm what a wrongly blocked customer is worth to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3.  Choose the staffing level - maximum value, or current team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29584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4.  Decide how much we will pay to close the fairness gap, and record that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651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Calibri"/>
              </a:rPr>
              <a:t>•  5.  Fund monthly retraining as an operating cost, not a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4617720"/>
            <a:ext cx="4023360" cy="1600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$554,950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estimated benefit per test period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4617720"/>
            <a:ext cx="4023360" cy="1600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88%</a:t>
            </a:r>
          </a:p>
          <a:p>
            <a:pPr algn="ctr"/>
            <a:r>
              <a:rPr sz="1250">
                <a:solidFill>
                  <a:srgbClr val="FFFFFF"/>
                </a:solidFill>
                <a:latin typeface="Calibri"/>
              </a:rPr>
              <a:t>of fraud stopped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11155680" cy="566928"/>
          </a:xfrm>
          <a:prstGeom prst="rect">
            <a:avLst/>
          </a:prstGeom>
          <a:solidFill>
            <a:srgbClr val="2E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The technology works. The remaining decisions are ours, and they are about values and money.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Stopping Card Fraud Before It Costs Us - Business</dc:title>
  <dc:subject/>
  <dc:creator>Allen Mendiola</dc:creator>
  <cp:keywords/>
  <dc:description>generated using python-pptx</dc:description>
  <cp:lastModifiedBy>Allen Mendiola</cp:lastModifiedBy>
  <cp:revision>1</cp:revision>
  <dcterms:created xsi:type="dcterms:W3CDTF">2013-01-27T09:14:16Z</dcterms:created>
  <dcterms:modified xsi:type="dcterms:W3CDTF">2013-01-27T09:15:58Z</dcterms:modified>
  <cp:category/>
</cp:coreProperties>
</file>